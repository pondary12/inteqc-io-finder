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848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640080"/>
            <a:ext cx="2926080" cy="32004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CO-OP EVALUATION (นิเทศรอบ 2)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ระบบสืบค้นข้อมูล I/O และแบบแปลนตู้วงจรไฟฟ้าควบคุมการผลิตโรงงานอุตสาหกรรม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I/O &amp; Electrical Schematic Finder for Industrial Plant Maintenance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10515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นักศึกษาผู้จัดทำ:
</a:t>
            </a:r>
            <a:r>
              <a:rPr lang="en-US" sz="16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นายภูมิภัทร ศิริวัฒน์  (Phumiphat Siriwat)
</a:t>
            </a: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สาขาวิชาวิศวกรรมอิเล็กทรอนิกส์และระบบคอมพิวเตอร์
</a:t>
            </a: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ภาควิชาวิศวกรรมไฟฟ้า  คณะวิศวกรรมศาสตร์และเทคโนโลยีอุตสาหกรรม
มหาวิทยาลัยศิลปากร (Silpakorn University)
</a:t>
            </a:r>
            <a:r>
              <a:rPr lang="en-US" sz="10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รหัสวิชา: 618493 สหกิจศึกษา (Cooperative Education)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สถานประกอบการ / ภาคอุตสาหกรรม:
</a:t>
            </a: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บริษัท อินเทคค์ โกลบอล จำกัด (Inteqc Global Co., Ltd.)
</a:t>
            </a:r>
            <a:r>
              <a:rPr lang="en-US" sz="1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แผนก Automation (วิศวกรรมระบบควบคุมอัตโนมัติ)
</a:t>
            </a: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โรงงานผลิตอาหารสัตว์และแปรรูปเกษตรอุตสาหกรรม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ขอบเขตความสำเร็จ: Premixer, Tower 2 (P1 &amp; P2), Tower 3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ครอบคลุม 66 ตู้ควบคุม และ 8,091 จุดต่อสาย I/O ทั่วโรงงาน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PROBLEM STATEMENT &amp; OBJECTIVES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ความเป็นมา ปัญหาเดิมของโรงงาน และเป้าหมายโครงการ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4937760"/>
          </a:xfrm>
          <a:prstGeom prst="rect">
            <a:avLst/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ปัญหาเดิมก่อนมีระบบ (Before)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ค้นหาช้า เสียเวลาซ่อมบำรุงสูง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ช่างต้องเปิดหาข้อมูลสายไฟแยกไฟล์ Excel และสุ่มเลื่อนหาหน้าวงจรใน PDF 1,000+ หน้า ใช้เวลาเฉลี่ย 5–10 นาทีต่อครั้ง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ไฟล์ PDF มีขนาดใหญ่เกินไปสำหรับมือถือ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ไฟล์แบบแปลน Tower 2 มีขนาดถึง 235.8 MB เปิดบนมือถือหน้าตู้แล้วเบราว์เซอร์กิน RAM สูงจนค้างหรือหลุด (Crash)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อุปสรรคทางภาษาจีนล้วน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แบบแปลนและตารางของ Tower 2 เป็นภาษาจีนล้วน ช่างไทยอ่านไม่เข้าใจ เสี่ยงต่อการตรวจเช็กสายไฟผิดจุด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เลขหน้า PDF ไม่ตรงกับเลขหน้าแบบแปลนจริง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เลขลำดับใน PDF ไม่ตรงกับเลขหน้าจริงในตู้คอนโทรล ทำให้พิมพ์เลขหน้าข้ามไปดูวงจรไม่ได้ตรงๆ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493776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เป้าหมายและความสำเร็จของโครงการ (After)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รวมศูนย์ข้อมูลค้นหาได้ใน &lt; 2 วินาที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สร้างเว็บแอปพลิเคชันรวมข้อมูล I/O และแบบแปลน 4 โซน ค้นหาเสร็จสิ้นในเสี้ยววินาทีด้วย In-Memory Autocomplete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สถาปัตยกรรม Pre-rendered Image Pipeline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แปลงเฉพาะหน้าแบบแปลนที่ใช้งานเป็นภาพ PNG ขนาดเพียง 150 KB โหลดได้ทันที ไม่ค้าง แม้สัญญาณเน็ตหน้างานต่ำ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แปลงระบบเป็นภาษาอังกฤษมาตรฐาน 100%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สร้างพจนานุกรมแปลศัพท์เทคนิควิศวกรรม แปลภาษาจีนเป็นอังกฤษอัตโนมัติ ช่างเทคนิคทำงานได้แม่นยำ ปลอดภัย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ระบบ Reverse Indexing เชื่อมโยงพิกัดแม่นยำ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สแกนตรวจจับคำว่า '页数' และแท็กอุปกรณ์ จับคู่ไปยังหน้าวงจรไฟฟ้าจริงในตู้คอนโทรลได้ถูกต้อง 100%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MILESTONES &amp; COMPLETED SCOPE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ความก้าวหน้าโครงการจากนิเทศรอบที่ 1 สู่ความสำเร็จรอบสุดท้าย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ความคืบหน้า ณ นิเทศรอบที่ 1 (Initial Scope)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ออกแบบสถาปัตยกรรมระบบเบื้องต้น (Next.js + Node.js Pipeline)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รวบรวมข้อมูลพื้นที่ Premixer (676 จุด) และ Tower 3 (2,867 จุด)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ทดสอบการอ่านไฟล์ PDF และสกัดพิกัดเบื้องต้น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ระบบยังจำกัดอยู่เพียงบางโซน และยังไม่ครอบคลุมสายการผลิต Tower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274320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🎉 </a:t>
            </a:r>
            <a:r>
              <a:rPr lang="en-US" sz="1350" b="1" dirty="0" err="1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ความสำเร็จ</a:t>
            </a: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ณ นิเทศรอบที่ 2 (Final Completed Scope)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ขยายผลครอบคลุม Tower 2 (Phase 1 &amp; Phase 2) เสร็จสมบูรณ์ 100%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รวมศูนย์ข้อมูลโรงงานครบ 4 โซน: 66 ตู้ควบคุม และ 8,091 จุดต่อสาย I/O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50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สร้างคลังภาพแบบแปลนความละเอียดสูงสำเร็จ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7,437 แผ่น (Zero 404s)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th-TH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เพิ่ม</a:t>
            </a:r>
            <a:r>
              <a:rPr lang="en-US" sz="1050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Quick-Access Pills สลับดูวงจรกำลัง (MCC) และวงจรควบคุม (LCB)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ทดสอบระบบ UAT ร่วมกับทีมช่างและส่งมอบระบบพร้อมใช้งานจริง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25146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โซน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Premixer, T2 P1, T2 P2, T3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4114800"/>
            <a:ext cx="25146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4389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 ตู้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50749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ตู้ควบคุมไฟฟ้า (MCC, PLC, LCB, RCB)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4114800"/>
            <a:ext cx="25146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4389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8,091 จุด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50749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จุดต่อสายสัญญาณ I/O ทั้งหมด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4114800"/>
            <a:ext cx="25146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23960" y="4389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7,437 แผ่น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61120" y="507492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ภาพแบบแปลนความเร็วสูง (0% File 404)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สถาปัตยกรรมภาพรวมของระบบ INTEQC I/O Finder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25146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RAW INPUTS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แหล่งข้อมูลดิบ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ตารางรายการสายไฟ Excel 4 โซน (Format หลากหลาย)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เอกสารแบบแปลนวงจรไฟฟ้า PDF 1,000+ หน้า (235 MB)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143000"/>
            <a:ext cx="2514600" cy="4937760"/>
          </a:xfrm>
          <a:prstGeom prst="rect">
            <a:avLst/>
          </a:prstGeom>
          <a:solidFill>
            <a:srgbClr val="FFF1F2"/>
          </a:solidFill>
          <a:ln w="19050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PIPELINE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สายพานประมวลผล (Node.js)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parse-excel.cjs: ทำ Data Normalization &amp; แปลภาษา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build-pdf-mapping.cjs: สแกนพิกัด '页数' และแท็กอุปกรณ์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build-images.cjs: เรนเดอร์ภาพ PNG ล่วงหน้า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14600" cy="493776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CONSOLIDATION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คลังข้อมูลดิจิทัล (/public)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io-data.json: ฐานข้อมูลสายไฟผูกพิกัดภาพแปลน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search-index.json: ดัชนีค้นหาเร็วขนาด 300 KB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/drawings/...: คลังภาพผังวงจร PNG คมชัด 7,437 แผ่น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143000"/>
            <a:ext cx="2514600" cy="493776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0684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WEB APPLICATION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006840" y="1691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ส่วนติดต่อผู้ใช้ (Next.js 16)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006840" y="2286000"/>
            <a:ext cx="2148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 Home: กรองโซน + Autocomplete (&lt; 50ms)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Machine Split View: ตารางสายไฟคู่ภาพแบบแปลน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Quick-Access Pills สลับดูวงจรกำลังและวงจรควบคุม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ENGINEERING CHALLENGE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การแก้ปัญหาความไม่สอดคล้องของข้อมูลและการแปลภาษาอัตโนมัติ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1. Data Normalization Engine (parse-excel.cjs)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ปัญหาที่พบในตาราง Excel: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เครื่องหมายคั่นรหัสอุปกรณ์ไม่สม่ำเสมอ เช่น V6.4_2 บ้าง, v6-4-2 บ้าง, V6.4.2 บ้าง ทำให้ค้นหาแบบตรงตัวอักษรไม่เจอ
• ข้อผิดพลาดจากการพิมพ์ (Typo) เช่น พิมพ์ตัวอักษร 'O' หรือ 'o' แทนเลขศูนย์ '0' ในที่อยู่ PLC เช่น IO.0 แทนที่จะเป็น I0.0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อัลกอริทึมการแก้ไข: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normalizeCode(code): ปรับข้อความเป็นตัวพิมพ์เล็กและแปลงตัวคั่น (_ และ -) ให้เป็นจุด (.) เสมอ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normalizeAddress(addr): ตรวจจับและแปลงตัวอักษร 'o' ทุกตัวให้เป็นเลข '0' อัตโนมัติ ป้องกันปัญหาค้นหาไม่เจอ 100%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71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2. พจนานุกรมแปลภาษาอัตโนมัติ (CN_DICT)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การแก้ปัญหาแบบแปลนภาษาจีนใน Tower 2: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พัฒนาพจนานุกรมคำศัพท์เทคนิควิศวกรรม (CN_DICT) กว่า 80 รายการ แปลงคำศัพท์ภาษาจีนให้เป็นภาษาอังกฤษตามมาตรฐานสากล เช่น: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超微粉碎机  →  Micro Pulverizer
  - 关风器  →  Air Lock
  - 蝶阀  →  Butterfly Valve
  - 开门到位  →  Open In-Position Limit
  - 变频故障  →  VFD Fault
• การสกัดรหัสไซโล (Bin/Silo Regex Extraction):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ดักจับชื่อถังที่ฝังในภาษาจีน เช่น 'E02仓下料位' สกัดเป็นรหัส E02 พร้อมชื่อ 'E02 Silo Low Level' ทำให้ค้นหาผ่านรหัสถังได้ทันที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ENGINEERING CHALLENGE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นวัตกรรมการเชื่อมโยงแบบแปลนและจำแนกประเภทวงจรไฟฟ้า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2918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ตรวจจับเลขหน้าจริง (页数)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29260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ใช้ RegEx สแกนหาคำว่า '页数' ใน Title Block มุมขวาล่างของแบบแปลน เพื่อดึงเลขหน้าจริงในตู้ เช่น หน้า 820 ของ PDF ได้เลขจริง '2503' (ตู้ LCB_6B) แก้ปัญหาเลขหน้า PDF ไม่ตรงกับเลขหน้าแบบแปลนจริง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32918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สกัดแท็กอุปกรณ์ (Device Tags)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737360"/>
            <a:ext cx="29260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หน้าวงจรกำลังมอเตอร์ในตู้ MCC มักไม่มี PLC Address กำกับ ระบบจึงพัฒนาการสแกนหาแท็กเบรกเกอร์และคอนแทกเตอร์ เช่น -5_69-KM1, -QF1 และสแกนสารบัญ TOC ทำให้จับคู่ได้ทั้งวงจรกำลังและวงจรควบคุม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46720" y="1143000"/>
            <a:ext cx="338328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จำแนกประเภทวงจรอัตโนมัติ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1737360"/>
            <a:ext cx="30175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ฟังก์ชัน classifySchematicPage() วิเคราะห์คำสำคัญเพื่อจัดหมวดหมู่หน้าแปลน: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Power Circuit (วงจรกำลัง MCC)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PLC Control Circuit (วงจรควบคุม LCB)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VFD Drive Circuit (วงจรอินเวอร์เตอร์)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Safety &amp; Interlock (ลิมิตสวิตช์ / E-STOP)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698480" cy="178308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480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ผลลัพธ์: Triple-Indexed Coordinates ใน pdf-page-map.json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89204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จัดเก็บพิกัดความสัมพันธ์ 3 มิติ: (1) addresses ผูกที่อยู่ PLC  (2) cabinets ตารางหน้าตู้  (3) equipmentDrawings ผูกรหัสเครื่องจักร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เชื่อมโยงผังวงจรไฟฟ้าที่สัมพันธ์กับเครื่องจักรได้ถึง 5,076 จุดเชื่อมโยง ครอบคลุมเครื่องจักร 2,432 ตัว </a:t>
            </a:r>
            <a:r>
              <a:rPr lang="en-US" sz="1050" dirty="0" err="1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โดยผ่านการคัดกรองค่าพิกัดไฟฟ้า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th-TH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กรอง</a:t>
            </a:r>
            <a:r>
              <a:rPr lang="en-US" sz="10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5.5KW, 25A) ทิ้ง 100%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ENGINEERING CHALLENGE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การเพิ่มประสิทธิภาพเพื่อการใช้งานบนสมาร์ตโฟนหน้างาน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2926080"/>
          </a:xfrm>
          <a:prstGeom prst="rect">
            <a:avLst/>
          </a:prstGeom>
          <a:solidFill>
            <a:srgbClr val="FFF1F2"/>
          </a:solidFill>
          <a:ln w="12700">
            <a:solidFill>
              <a:srgbClr val="FDA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ปัญหาของการเปิดดู PDF บนมือถือในโรงงาน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ไฟล์ PDF มีขนาดใหญ่ถึง 235.8 MB (Tower 2 P2)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เบราว์เซอร์บนมือถือต้องเรนเดอร์ลายเส้นเวกเตอร์กว่า 1,000 หน้า ทำให้เกิด Memory Spikes สูงเกิน 1.5–2 GB จนเบราว์เซอร์ค้าง/หลุด (Crash)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โรงงานมีโครงสร้างเหล็กหนาแน่น สัญญาณเน็ตต่ำ การดาวน์โหลด 235 MB ใช้เวลานานหลายนาที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การเปิดข้ามหน้าด้วย URL Hash (#page=820) ไม่ทำงานบนมือถือ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292608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นวัตกรรม Pre-rendered Image Pipeline (build-images.cjs)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169164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เรนเดอร์เฉพาะหน้าที่เกี่ยวข้องเป็นภาพ PNG ความคมชัดสูงล่วงหน้า (Build-time)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กำหนด Viewport Scale 1.5 ทำให้ตัวอักษรและเส้นสายวงจรคมชัดระดับเวกเตอร์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ประมวลผลแบบแบ่งกลุ่ม (Chunked 30 หน้า) ป้องกันหน่วยความจำ RAM เต็ม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ขนาดไฟล์ลดเหลือเพียง 150–250 KB ต่อหน้า (ประหยัดแบนด์วิดท์ลงกว่า 99.89%)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แสดงผลได้ทันทีในเวลา &lt; 0.5 วินาที แม้อยู่ในจุดอับสัญญาณ Wi-Fi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185932"/>
              </p:ext>
            </p:extLst>
          </p:nvPr>
        </p:nvGraphicFramePr>
        <p:xfrm>
          <a:off x="731520" y="4343400"/>
          <a:ext cx="10698480" cy="173736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ตัวชี้วัดประสิทธิภาพ (Metrics)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เปิดไฟล์ PDF ต้นฉบับ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Pre-rendered Image Pipeline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ผลการปรับปรุง (Improvement)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ปริมาณข้อมูลดาวน์โหลดต่อหน้า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235.8 MB (ทั้งเล่ม)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150 - 250 KB (เฉพาะหน้า)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ประหยัดลง 99.89%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 err="1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ระยะเวลาโหลดเพื่อดูวงจร</a:t>
                      </a: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15 - 45 วินาที (หรือค้าง)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0.5 วินาที (ทันที)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เร็วขึ้นกว่า 30-90 เท่า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การใช้ RAM บนสมาร์ตโฟน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1,500 - 2,100 MB (เสี่ยงหลุด)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80 MB (เสถียร 100%)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ประหยัด RAM ลง 96.19%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07. SYSTEM DEMONSTRATION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การสาธิตระบบและส่วนต่อประสานผู้ใช้ (User Interface)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หน้าค้นหาหลัก (Search Home)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In-Memory Autocomplete Engine: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ดัชนีขนาด 300 KB โหลดขึ้น RAM เบราว์เซอร์ล่วงหน้า พิมพ์ปุ๊บคำแนะนำ 8 อันดับแรกแสดงขึ้นทันทีในเวลา &lt; 0.05 วินาที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Multi-criteria Search Support: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ค้นหาได้ทั้งรหัสเครื่องจักร (V6.4_2), ชื่ออุปกรณ์ (Fan, Conveyor), หรือรหัสที่อยู่ PLC Address (I206.6, Q660.6)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Multi-Location Filter Tabs: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ปุ่มเลือกกรองพื้นที่: All Towers, Premixer, Tower 2 P1, Tower 2 P2, Tower 3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Cabinet Directory Browse Mode: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โหมดเลือกดูตามตู้คอนโทรล 66 ตู้ สำหรับช่างที่ไม่ทราบรหัสเครื่องจักร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71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หน้าแสดงผลแบบแยกส่วน (Machine Split View)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Two-Panel Split Layout: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ฝั่งซ้ายแสดงตารางจุดต่อสายไฟ (I/O Points Table) ฝั่งขวาแสดงภาพแบบแปลนวงจรไฟฟ้าคู่ขนานกัน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Quick-Access Multi-Schematic Pills: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ปุ่มลัดสลับดูผังวงจรกำลังที่ตู้ MCC และวงจรควบคุมที่ตู้ LCB ได้ในคลิกเดียว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Canvas Tools: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รองรับการซูม (Zoom In/Out), การคลิกลากเลื่อนภาพ (Drag to Pan), และการใช้นิ้วถ่างขยายบนหน้าจอมือถือ (Pinch-to-Zoom)
</a:t>
            </a: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Client-side Excel Export &amp; Mobile Toggle:
</a:t>
            </a: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ปุ่มส่งออกข้อมูลสายไฟเป็นไฟล์ .xlsx และแท็บสลับดูแบบเต็มจอบนสมาร์ตโฟน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 PERFORMANCE EVALUATION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ผลการทดสอบประสิทธิภาพเชิงปริมาณและการตรวจสอบระบบ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10698480" cy="3017520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มิติการประเมิน (Performance Dimensions)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วิธีการเดิม (Manual Documents)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ระบบ INTEQC I/O Finder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ผลสัมฤทธิ์ (Impact Achieved)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ระยะเวลาค้นหาตำแหน่งวงจรต่อ 1 อุปกรณ์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– 10 นาที (เฉลี่ย 420 วินาที)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2 วินาที (เฉลี่ย 1.5 วินาที)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ลดเวลาลง 99.64%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ปริมาณข้อมูลดาวน์โหลดบนสมาร์ตโฟน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235.8 MB (ไฟล์ PDF ทั้งเล่ม)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 – 250 KB (เฉพาะหน้า)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ประหยัดเน็ต 99.89%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การใช้หน่วยความจำ RAM เบราว์เซอร์มือถือ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1,500 – 2,100 MB (เสี่ยง Crash)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80 MB (เสถียร 100%)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ประหยัด RAM ลง 96.19%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อัตราการเกิดข้อผิดพลาดไฟล์สูญหาย (404)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ไม่สามารถระบุพิกัดได้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ไฟล์ (จาก 7,437 แผ่น)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สมบูรณ์ 100% (Zero 404s)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มาตรฐานภาษาข้อความบนหน้าจอผู้ใช้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ภาษาจีนล้วนใน Tower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ภาษาอังกฤษมาตรฐาน 100%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ขจัดอุปสรรคทางภาษา 100%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434840"/>
            <a:ext cx="5120640" cy="16916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การตรวจสอบสุขภาพระบบ (System Health Audit)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4892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ผ่านการรันสคริปต์ system-audit.cjs ตรวจสอบความถูกต้องของฐานข้อมูล 8,091 จุด: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ไม่พบข้อผิดพลาดไฟล์ภาพสูญหาย (Missing Files = 0 จาก 7,437 แผ่น)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ไม่พบตัวอักษรภาษาจีนตกค้างในชื่ออุปกรณ์และหน้าบ้าน (Chinese Chars = 0)</a:t>
            </a:r>
            <a:endParaRPr lang="en-US" sz="1000" dirty="0"/>
          </a:p>
        </p:txBody>
      </p:sp>
      <p:sp>
        <p:nvSpPr>
          <p:cNvPr id="6" name="Shape 7"/>
          <p:cNvSpPr/>
          <p:nvPr/>
        </p:nvSpPr>
        <p:spPr>
          <a:xfrm>
            <a:off x="6217920" y="4434840"/>
            <a:ext cx="521208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4572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การทดสอบการใช้งานจริงหน้างาน (Field UAT Testing)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0" y="4892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ทดสอบร่วมกับช่างเทคนิคแผนก Automation ณ ตู้ควบคุมชั้น 4 และ 6 ของ Tower 3: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สุ่มตรวจเช็กจุดต่อสายจริงหน้าตู้ 50 จุด พบตำแหน่งขั้วต่อสายไฟตรงกับระบบ 100%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เปิดดูภาพแบบแปลนในจุดอับสัญญาณได้ลื่นไหล ไม่พบอาการเบราว์เซอร์ค้าง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09. INDUSTRIAL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ประโยชน์และผลกระทบเชิงวิศวกรรมต่อโรงงาน Inteqc Global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51206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ลด Downtime และ MTTR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ลดระยะเวลาเฉลี่ยในการกู้คืนระบบ (Mean Time to Repair) เมื่อเครื่องจักรหยุดชะงัก ช่างสามารถตรวจหาตำแหน่งสายไฟและเปิดวงจรได้ทันทีในเวลาไม่ถึง 2 วินาที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52120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เพิ่มความปลอดภัยและความแม่นยำ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ระบุขั้วต่อสายไฟ (Terminal Pin) และชื่อตู้ควบคุมได้อย่างแม่นยำ ลดความเสี่ยงจากการใช้มัลติมิเตอร์จิ้มวัดสัญญาณผิดขั้ว และป้องกันความเสียหายต่อโมดูล PLC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1206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ยกระดับสู่ระบบดิจิทัล (Digital Transformation)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เปลี่ยนผ่านจากการเปิดเอกสารกระดาษและไฟล์ PDF กระจัดกระจาย สู่ระบบฐานข้อมูลแบบรวมศูนย์ที่เป็นมาตรฐานสากลภาษาอังกฤษ ขจัดปัญหาด้านภาษาจีน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52120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สถาปัตยกรรมพร้อมขยายผลในอนาคต (Extensible)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25196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ระบบถูกออกแบบให้รองรับ Multi-Location ทำให้โรงงานสามารถนำเข้าข้อมูลของ Tower 1, โซนไซโล (Silo), และระบบรับวัตถุดิบ (Intake 2) ในอนาคตได้อย่างง่ายดาย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STUDENT REFLECTION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สิ่งที่นักศึกษาได้เรียนรู้และสรุปผลสหกิจศึกษา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INTEQC I/O Finder | สหกิจศึกษารอบที่ 2 (Final Presentation) — แผนก Automation บจก. อินเทคค์ โกลบอล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4290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ด้านวิศวกรรมไฟฟ้าและระบบควบคุม (Automation Hardware)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เข้าใจโครงสร้างตู้ควบคุมอุตสาหกรรมจริง: MCC, PLC Cabinet, LCB, RCB และสวิตช์เกียร์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ทักษะการอ่านและวิเคราะห์แบบแปลนวงจรไฟฟ้ามาตรฐานสากล (IEC Schematics)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การเชื่อมโยงทางกายภาพระหว่างขั้วต่อสายไฟ (Terminal Blocks) กับโมดูล PLC (DI/DO/AI/AO)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เข้าใจข้อจำกัดและสภาวะแวดล้อมจริงในโรงงานอุตสาหกรรม (ฝุ่น, ความชื้น, จุดอับสัญญาณ)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4290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325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ด้านวิศวกรรมซอฟต์แวร์และการแก้ปัญหา (Software Engineering)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การพัฒนา Full-Stack Application ด้วย Next.js 16 (App Router) และ React 19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การสร้าง Automated Data Pipeline ด้วย Node.js เพื่อจัดการข้อมูลดิบขนาดใหญ่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การแก้ปัญหาเชิงสถาปัตยกรรม (Performance Optimization: Pre-rendered Image Pipeline)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การใช้ Git Version Control ในการทำงานอย่างเป็นระบบและปลอดภัย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143000"/>
            <a:ext cx="342900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38160" y="1325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ด้านทักษะการทำงานร่วมกับผู้อื่น (Professional Soft Skills)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การทำงานร่วมกับทีมวิศวกรอาวุโสและช่างเทคนิคหน้างานเพื่อเก็บรวบรวม Requirement จริง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การสื่อสารและรับฟัง Feedback เพื่อปรับปรุงระบบให้ตอบโจทย์ผู้ใช้งานหน้างานสูงสุด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การจัดทำเอกสารส่งมอบงาน (User Manual, Developer Guide)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822960"/>
            <a:ext cx="94183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12801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C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2103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ขอขอบคุณคณะกรรมการและอาจารย์นิเทศทุกท่าน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ระบบสืบค้นข้อมูล I/O และแบบแปลนตู้วงจรไฟฟ้าควบคุมการผลิต (INTEQC I/O Finder)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บริษัท อินเทคค์ โกลบอล จำกัด (แผนก Automation)  |  มหาวิทยาลัยศิลปากร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3566160"/>
            <a:ext cx="3383280" cy="685800"/>
          </a:xfrm>
          <a:prstGeom prst="rect">
            <a:avLst/>
          </a:prstGeom>
          <a:solidFill>
            <a:srgbClr val="CC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356616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&amp; ANSWER (Q&amp;A)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พร้อมสำหรับการตอบข้อซักถามและสาธิตการทำงานจริงของระบบ (Live Demonstration)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2995</Words>
  <Application>Microsoft Office PowerPoint</Application>
  <PresentationFormat>Widescreen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INTEQC I/O Finder — Final Presentation (นิเทศรอบที่ 2)</dc:title>
  <dc:subject>PptxGenJS Presentation</dc:subject>
  <dc:creator>Phumiphat Siriwat</dc:creator>
  <cp:lastModifiedBy>Pirun  Thongnam</cp:lastModifiedBy>
  <cp:revision>4</cp:revision>
  <dcterms:created xsi:type="dcterms:W3CDTF">2026-09-14T07:20:43Z</dcterms:created>
  <dcterms:modified xsi:type="dcterms:W3CDTF">2026-09-25T02:01:08Z</dcterms:modified>
</cp:coreProperties>
</file>